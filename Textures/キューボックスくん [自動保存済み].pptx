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9"/>
    <a:srgbClr val="0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87"/>
  </p:normalViewPr>
  <p:slideViewPr>
    <p:cSldViewPr snapToGrid="0">
      <p:cViewPr varScale="1">
        <p:scale>
          <a:sx n="104" d="100"/>
          <a:sy n="104" d="100"/>
        </p:scale>
        <p:origin x="5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F8BC0-A204-B54B-A306-0556BCDC1C5F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14122-47EF-9647-91F5-182087ED3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952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A14122-47EF-9647-91F5-182087ED31E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93B97C-D04E-1DF6-C9F5-A244E531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880BB61-D1C5-826A-E52E-F890EDFE8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3E10E1-1EFB-D12C-9F79-D7FE72F5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381A50-7E3B-7A38-E555-C73A2470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5DE5A5-6CDC-5C8C-BD82-9CDE9923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22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CA450E-A459-A423-2F84-00AB6FDD7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8493EF-907A-C44F-8B11-C2158BC08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F9C836-408A-741C-4710-68C876DD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96C864-9C1D-AF6F-047E-FAF78CF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9EEC97-7592-C9B6-2C4D-9782E104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356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A38BA4-C888-8D6B-5FA0-CFB9A50C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E2DF9A-F7A2-E88F-0A7A-3E4AF8866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F0B5A7-16C7-A2A5-1562-EF436F1D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53CB97-BD3F-345F-694E-60B8E90B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612F5E-59E4-D2C2-9E1D-EBB1F055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18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1A6D9-A3DE-1E71-1432-90E388AB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91554-7461-2554-40D3-E5AD2AB7D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96A1FD-D52A-E331-3F4D-2C7AF4C48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ACC5E0-69F3-3C1B-E008-5DDCFEE4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497847-1F97-FE02-8C50-1CE8566D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AD9178-65B1-C044-F500-79FF25EB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4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8AC27-94A1-C08A-1B78-D62E1F66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73B813-313D-0EFC-95EC-1C3F841CF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778036-1436-FB11-4E15-41AA18135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0954D3-6645-BA5D-3633-92C07CCD5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6A431BA-016C-5AAD-D4F6-34A5E5E14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4FFFA16-55F1-305B-23DF-C04C24797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57340F0-AA21-B555-B8C9-335B353B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C979F3-E0E7-A440-E491-285F145E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51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987048-135F-758B-CA6E-0CB79F13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A8976C-D22C-47D5-E2D7-8EDDAF374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8B1B0A6-9066-B056-8BB8-B0CC7D59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DE9414-1DA5-2847-A5CD-526CD913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66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2FEECB-9739-22A0-2A86-3271361C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5E8A292-08F5-0B4F-9FF1-8613C000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00BEEF-68D1-1B22-4617-1F4B2C87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60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8AD9BC-BC62-0805-E861-04F8C28C8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B1A0BA-285C-E596-4D1D-1A4C672E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CC8F01-AC1C-1A46-ABCA-5236D57D3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A806FF-656F-6AD9-285F-23ECC2ED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36850D-8B1D-F2AF-78FA-9D30C9BA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7EE9A7-5922-BB27-B73B-0CE164AC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31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B01D20-BBD4-37D8-1AB1-D1049486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F5E2F02-5681-7860-ECFE-10165348D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C01F7F-AB1B-4658-ED67-F1C9FA268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5E6281-4738-AD89-1950-474737D9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2459AD-8C5D-4436-A195-697D1DD5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80C16A-086D-5D9B-6AA1-9B2BDF84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7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3B458D-DF2D-AB54-194D-72828257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6C38EA-0D6B-66A5-5569-18B75CC0C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0841C5-E5C0-0AF8-3E15-098718AE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38D961-916D-24C4-40AF-CE1C47D3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5BC2C2-2D0A-4690-42D7-8903C2E2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25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39FFEE-110C-CBC0-3089-1B3D68761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4F8A84-008C-2597-222F-4AC10A7BC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20ADC3-204F-6A0D-5C96-CF87BF13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F31CDC-375A-102B-A125-4CBCA4D1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0AF889-B636-1143-0D19-B4854D36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70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0251D1-2A3E-2398-8CCA-98C9EC85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077111-678F-1963-21CA-3CECD68E6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B19ACC-B61A-75E6-1EEB-A9AA1C939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EBC3C-3DD8-2A49-B4EA-55F3CC5927DE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6E34EE-6A87-3763-3CD9-7222CB83C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940BD7-76DA-7CAC-F789-2200BFA1E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763AB-FA81-AC4A-94C7-EF83685953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29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7653DA-DCE9-BC79-F3A9-67F9B1ED6781}"/>
              </a:ext>
            </a:extLst>
          </p:cNvPr>
          <p:cNvSpPr/>
          <p:nvPr/>
        </p:nvSpPr>
        <p:spPr>
          <a:xfrm>
            <a:off x="0" y="2916195"/>
            <a:ext cx="914400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A6B582D-ECE5-8ACE-96A3-185469C7E204}"/>
              </a:ext>
            </a:extLst>
          </p:cNvPr>
          <p:cNvSpPr/>
          <p:nvPr/>
        </p:nvSpPr>
        <p:spPr>
          <a:xfrm>
            <a:off x="3291962" y="2545590"/>
            <a:ext cx="590928" cy="2251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11DEAF9-6F94-60CC-B5B4-310D619DABE0}"/>
              </a:ext>
            </a:extLst>
          </p:cNvPr>
          <p:cNvSpPr/>
          <p:nvPr/>
        </p:nvSpPr>
        <p:spPr>
          <a:xfrm>
            <a:off x="3882893" y="3116506"/>
            <a:ext cx="4426214" cy="1109705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2FA688B-4F9A-DE03-A4A7-875D8B89257C}"/>
              </a:ext>
            </a:extLst>
          </p:cNvPr>
          <p:cNvSpPr/>
          <p:nvPr/>
        </p:nvSpPr>
        <p:spPr>
          <a:xfrm>
            <a:off x="3945804" y="3189067"/>
            <a:ext cx="4300390" cy="923330"/>
          </a:xfrm>
          <a:prstGeom prst="rect">
            <a:avLst/>
          </a:prstGeom>
          <a:noFill/>
        </p:spPr>
        <p:txBody>
          <a:bodyPr wrap="none" lIns="72000" tIns="45720" rIns="72000" bIns="45720">
            <a:spAutoFit/>
          </a:bodyPr>
          <a:lstStyle/>
          <a:p>
            <a:pPr algn="ctr"/>
            <a:r>
              <a:rPr lang="ja-JP" altLang="en-US" sz="5400" b="1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キューボ</a:t>
            </a:r>
            <a:r>
              <a:rPr lang="ja-JP" altLang="en-US" sz="540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くん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1F67AC-B540-752A-83C7-DD6C3F90B2CF}"/>
              </a:ext>
            </a:extLst>
          </p:cNvPr>
          <p:cNvSpPr/>
          <p:nvPr/>
        </p:nvSpPr>
        <p:spPr>
          <a:xfrm>
            <a:off x="7718179" y="2545589"/>
            <a:ext cx="590927" cy="570917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339F1AF-4290-AE7D-8B83-2ED26CF1CAFD}"/>
              </a:ext>
            </a:extLst>
          </p:cNvPr>
          <p:cNvSpPr/>
          <p:nvPr/>
        </p:nvSpPr>
        <p:spPr>
          <a:xfrm>
            <a:off x="7828164" y="2615487"/>
            <a:ext cx="137276" cy="1683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D9DBB89-2FD5-1D4C-CEC5-8A58BCAEA547}"/>
              </a:ext>
            </a:extLst>
          </p:cNvPr>
          <p:cNvSpPr/>
          <p:nvPr/>
        </p:nvSpPr>
        <p:spPr>
          <a:xfrm>
            <a:off x="8049202" y="2615487"/>
            <a:ext cx="137276" cy="1683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C98924C-E0DE-C81D-43D1-19BB5168C659}"/>
              </a:ext>
            </a:extLst>
          </p:cNvPr>
          <p:cNvSpPr/>
          <p:nvPr/>
        </p:nvSpPr>
        <p:spPr>
          <a:xfrm>
            <a:off x="7853101" y="2685672"/>
            <a:ext cx="55457" cy="68012"/>
          </a:xfrm>
          <a:prstGeom prst="rect">
            <a:avLst/>
          </a:prstGeom>
          <a:solidFill>
            <a:srgbClr val="09090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717CE3E-5B64-C4E4-7E31-ADDCBF87B044}"/>
              </a:ext>
            </a:extLst>
          </p:cNvPr>
          <p:cNvSpPr/>
          <p:nvPr/>
        </p:nvSpPr>
        <p:spPr>
          <a:xfrm>
            <a:off x="8075975" y="2685672"/>
            <a:ext cx="55457" cy="68012"/>
          </a:xfrm>
          <a:prstGeom prst="rect">
            <a:avLst/>
          </a:prstGeom>
          <a:solidFill>
            <a:srgbClr val="09090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4D2090B-2246-308A-3242-36DECA4FE7A4}"/>
              </a:ext>
            </a:extLst>
          </p:cNvPr>
          <p:cNvSpPr/>
          <p:nvPr/>
        </p:nvSpPr>
        <p:spPr>
          <a:xfrm rot="10800000">
            <a:off x="3882892" y="4226211"/>
            <a:ext cx="590927" cy="570917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49A0C67-76C6-6648-FE8C-740923A70475}"/>
              </a:ext>
            </a:extLst>
          </p:cNvPr>
          <p:cNvSpPr/>
          <p:nvPr/>
        </p:nvSpPr>
        <p:spPr>
          <a:xfrm rot="10800000">
            <a:off x="4226558" y="4558877"/>
            <a:ext cx="137276" cy="1683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016F3A7-8E51-262D-AAAA-BDC395CABE00}"/>
              </a:ext>
            </a:extLst>
          </p:cNvPr>
          <p:cNvSpPr/>
          <p:nvPr/>
        </p:nvSpPr>
        <p:spPr>
          <a:xfrm rot="10800000">
            <a:off x="4005520" y="4558877"/>
            <a:ext cx="137276" cy="1683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4BBD3A9-41FC-7D41-97D9-AFFA84E0D8D7}"/>
              </a:ext>
            </a:extLst>
          </p:cNvPr>
          <p:cNvSpPr/>
          <p:nvPr/>
        </p:nvSpPr>
        <p:spPr>
          <a:xfrm rot="10800000">
            <a:off x="4283440" y="4589033"/>
            <a:ext cx="55457" cy="68012"/>
          </a:xfrm>
          <a:prstGeom prst="rect">
            <a:avLst/>
          </a:prstGeom>
          <a:solidFill>
            <a:srgbClr val="09090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60E5D28-9654-85AB-8455-D393E2E9A7AE}"/>
              </a:ext>
            </a:extLst>
          </p:cNvPr>
          <p:cNvSpPr/>
          <p:nvPr/>
        </p:nvSpPr>
        <p:spPr>
          <a:xfrm rot="10800000">
            <a:off x="4060566" y="4589033"/>
            <a:ext cx="55457" cy="68012"/>
          </a:xfrm>
          <a:prstGeom prst="rect">
            <a:avLst/>
          </a:prstGeom>
          <a:solidFill>
            <a:srgbClr val="09090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E11CDF3-16CC-9F50-7AF5-2DE10FB89CAF}"/>
              </a:ext>
            </a:extLst>
          </p:cNvPr>
          <p:cNvSpPr/>
          <p:nvPr/>
        </p:nvSpPr>
        <p:spPr>
          <a:xfrm>
            <a:off x="3882891" y="2545589"/>
            <a:ext cx="3835288" cy="5709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E427569-6F43-A781-45BD-5AA9A0F01AD0}"/>
              </a:ext>
            </a:extLst>
          </p:cNvPr>
          <p:cNvSpPr/>
          <p:nvPr/>
        </p:nvSpPr>
        <p:spPr>
          <a:xfrm>
            <a:off x="3265294" y="2661498"/>
            <a:ext cx="2338548" cy="33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スワップ！</a:t>
            </a:r>
            <a:endParaRPr kumimoji="1" lang="ja-JP" altLang="en-US" sz="3200" b="1">
              <a:ln w="22225">
                <a:noFill/>
                <a:prstDash val="solid"/>
              </a:ln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  <p:sp>
        <p:nvSpPr>
          <p:cNvPr id="25" name="山形 24">
            <a:extLst>
              <a:ext uri="{FF2B5EF4-FFF2-40B4-BE49-F238E27FC236}">
                <a16:creationId xmlns:a16="http://schemas.microsoft.com/office/drawing/2014/main" id="{B8022751-1DDE-EA54-1A58-9005976F2D6D}"/>
              </a:ext>
            </a:extLst>
          </p:cNvPr>
          <p:cNvSpPr/>
          <p:nvPr/>
        </p:nvSpPr>
        <p:spPr>
          <a:xfrm rot="16200000">
            <a:off x="3408790" y="4379006"/>
            <a:ext cx="352880" cy="35288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26" name="山形 25">
            <a:extLst>
              <a:ext uri="{FF2B5EF4-FFF2-40B4-BE49-F238E27FC236}">
                <a16:creationId xmlns:a16="http://schemas.microsoft.com/office/drawing/2014/main" id="{F9C20B5F-CBA4-0666-9EF8-62526F7B5329}"/>
              </a:ext>
            </a:extLst>
          </p:cNvPr>
          <p:cNvSpPr/>
          <p:nvPr/>
        </p:nvSpPr>
        <p:spPr>
          <a:xfrm rot="16200000">
            <a:off x="3408790" y="3773167"/>
            <a:ext cx="352880" cy="35288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27" name="山形 26">
            <a:extLst>
              <a:ext uri="{FF2B5EF4-FFF2-40B4-BE49-F238E27FC236}">
                <a16:creationId xmlns:a16="http://schemas.microsoft.com/office/drawing/2014/main" id="{369F79CE-CDDD-DC96-569C-ED0BC77E3AD7}"/>
              </a:ext>
            </a:extLst>
          </p:cNvPr>
          <p:cNvSpPr/>
          <p:nvPr/>
        </p:nvSpPr>
        <p:spPr>
          <a:xfrm rot="16200000">
            <a:off x="3420310" y="3148600"/>
            <a:ext cx="352880" cy="35288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31" name="山形 30">
            <a:extLst>
              <a:ext uri="{FF2B5EF4-FFF2-40B4-BE49-F238E27FC236}">
                <a16:creationId xmlns:a16="http://schemas.microsoft.com/office/drawing/2014/main" id="{07335799-65F5-12F1-62B2-D99FAF5A1926}"/>
              </a:ext>
            </a:extLst>
          </p:cNvPr>
          <p:cNvSpPr/>
          <p:nvPr/>
        </p:nvSpPr>
        <p:spPr>
          <a:xfrm>
            <a:off x="5973264" y="2634400"/>
            <a:ext cx="352880" cy="35288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33" name="山形 32">
            <a:extLst>
              <a:ext uri="{FF2B5EF4-FFF2-40B4-BE49-F238E27FC236}">
                <a16:creationId xmlns:a16="http://schemas.microsoft.com/office/drawing/2014/main" id="{B2E6C628-FB1D-4786-9D85-F904CB7AE6E7}"/>
              </a:ext>
            </a:extLst>
          </p:cNvPr>
          <p:cNvSpPr/>
          <p:nvPr/>
        </p:nvSpPr>
        <p:spPr>
          <a:xfrm>
            <a:off x="6535050" y="2646747"/>
            <a:ext cx="352880" cy="35288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34" name="山形 33">
            <a:extLst>
              <a:ext uri="{FF2B5EF4-FFF2-40B4-BE49-F238E27FC236}">
                <a16:creationId xmlns:a16="http://schemas.microsoft.com/office/drawing/2014/main" id="{702EFD89-FF1C-C56B-C194-0012F10EAFA3}"/>
              </a:ext>
            </a:extLst>
          </p:cNvPr>
          <p:cNvSpPr/>
          <p:nvPr/>
        </p:nvSpPr>
        <p:spPr>
          <a:xfrm>
            <a:off x="5411478" y="2639125"/>
            <a:ext cx="352880" cy="35288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35" name="山形 34">
            <a:extLst>
              <a:ext uri="{FF2B5EF4-FFF2-40B4-BE49-F238E27FC236}">
                <a16:creationId xmlns:a16="http://schemas.microsoft.com/office/drawing/2014/main" id="{976326BC-7768-1FC5-4400-4D717DF764D9}"/>
              </a:ext>
            </a:extLst>
          </p:cNvPr>
          <p:cNvSpPr/>
          <p:nvPr/>
        </p:nvSpPr>
        <p:spPr>
          <a:xfrm>
            <a:off x="7096836" y="2646747"/>
            <a:ext cx="352880" cy="35288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21F3A6B-9876-6CDE-DF36-D2E455EEC9D5}"/>
              </a:ext>
            </a:extLst>
          </p:cNvPr>
          <p:cNvGrpSpPr/>
          <p:nvPr/>
        </p:nvGrpSpPr>
        <p:grpSpPr>
          <a:xfrm>
            <a:off x="5953916" y="4797128"/>
            <a:ext cx="5043813" cy="2251540"/>
            <a:chOff x="3265294" y="2545589"/>
            <a:chExt cx="5043813" cy="22515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AD3B076D-E41A-5FA2-AD4C-9EFB768577E6}"/>
                </a:ext>
              </a:extLst>
            </p:cNvPr>
            <p:cNvSpPr/>
            <p:nvPr/>
          </p:nvSpPr>
          <p:spPr>
            <a:xfrm>
              <a:off x="3291962" y="2545590"/>
              <a:ext cx="590928" cy="225153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8835F07D-451F-6FDA-22D7-F3E63A1D491F}"/>
                </a:ext>
              </a:extLst>
            </p:cNvPr>
            <p:cNvSpPr/>
            <p:nvPr/>
          </p:nvSpPr>
          <p:spPr>
            <a:xfrm>
              <a:off x="3882893" y="3116506"/>
              <a:ext cx="4426214" cy="1109705"/>
            </a:xfrm>
            <a:prstGeom prst="rect">
              <a:avLst/>
            </a:prstGeom>
            <a:solidFill>
              <a:srgbClr val="0909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2BF7CD6-3600-5196-6108-D0A46343D54F}"/>
                </a:ext>
              </a:extLst>
            </p:cNvPr>
            <p:cNvSpPr/>
            <p:nvPr/>
          </p:nvSpPr>
          <p:spPr>
            <a:xfrm>
              <a:off x="3945804" y="3189067"/>
              <a:ext cx="4300390" cy="923330"/>
            </a:xfrm>
            <a:prstGeom prst="rect">
              <a:avLst/>
            </a:prstGeom>
            <a:noFill/>
          </p:spPr>
          <p:txBody>
            <a:bodyPr wrap="none" lIns="72000" tIns="45720" rIns="72000" bIns="45720">
              <a:spAutoFit/>
            </a:bodyPr>
            <a:lstStyle/>
            <a:p>
              <a:pPr algn="ctr"/>
              <a:r>
                <a:rPr lang="ja-JP" altLang="en-US" sz="5400" b="1">
                  <a:ln w="12700" cmpd="sng">
                    <a:noFill/>
                    <a:prstDash val="solid"/>
                  </a:ln>
                  <a:solidFill>
                    <a:schemeClr val="bg1"/>
                  </a:solidFill>
                  <a:latin typeface="DotGothic16" panose="02020900000000000000" pitchFamily="18" charset="-128"/>
                  <a:ea typeface="DotGothic16" panose="02020900000000000000" pitchFamily="18" charset="-128"/>
                </a:rPr>
                <a:t>キューボ</a:t>
              </a:r>
              <a:r>
                <a:rPr lang="ja-JP" altLang="en-US" sz="5400">
                  <a:ln w="12700" cmpd="sng">
                    <a:noFill/>
                    <a:prstDash val="solid"/>
                  </a:ln>
                  <a:solidFill>
                    <a:schemeClr val="bg1"/>
                  </a:solidFill>
                  <a:latin typeface="DotGothic16" panose="02020900000000000000" pitchFamily="18" charset="-128"/>
                  <a:ea typeface="DotGothic16" panose="02020900000000000000" pitchFamily="18" charset="-128"/>
                </a:rPr>
                <a:t>くん</a:t>
              </a: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EED8662-6645-F210-1FBD-E771BDA6665F}"/>
                </a:ext>
              </a:extLst>
            </p:cNvPr>
            <p:cNvSpPr/>
            <p:nvPr/>
          </p:nvSpPr>
          <p:spPr>
            <a:xfrm>
              <a:off x="7718179" y="2545589"/>
              <a:ext cx="590927" cy="570917"/>
            </a:xfrm>
            <a:prstGeom prst="rect">
              <a:avLst/>
            </a:prstGeom>
            <a:solidFill>
              <a:srgbClr val="090909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807D701-430E-B6B8-69ED-6F493A4672CF}"/>
                </a:ext>
              </a:extLst>
            </p:cNvPr>
            <p:cNvSpPr/>
            <p:nvPr/>
          </p:nvSpPr>
          <p:spPr>
            <a:xfrm>
              <a:off x="7828164" y="2615487"/>
              <a:ext cx="137276" cy="16835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D3E2496E-6451-A5D2-CEBC-8FBA5AF172E0}"/>
                </a:ext>
              </a:extLst>
            </p:cNvPr>
            <p:cNvSpPr/>
            <p:nvPr/>
          </p:nvSpPr>
          <p:spPr>
            <a:xfrm>
              <a:off x="8049202" y="2615487"/>
              <a:ext cx="137276" cy="16835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D3A9E817-5593-CF30-F20F-1BB5EFB9B7C0}"/>
                </a:ext>
              </a:extLst>
            </p:cNvPr>
            <p:cNvSpPr/>
            <p:nvPr/>
          </p:nvSpPr>
          <p:spPr>
            <a:xfrm>
              <a:off x="7853101" y="2685672"/>
              <a:ext cx="55457" cy="68012"/>
            </a:xfrm>
            <a:prstGeom prst="rect">
              <a:avLst/>
            </a:prstGeom>
            <a:solidFill>
              <a:srgbClr val="090909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0092C821-B86D-8EA6-23F2-5B4327528076}"/>
                </a:ext>
              </a:extLst>
            </p:cNvPr>
            <p:cNvSpPr/>
            <p:nvPr/>
          </p:nvSpPr>
          <p:spPr>
            <a:xfrm>
              <a:off x="8075975" y="2685672"/>
              <a:ext cx="55457" cy="68012"/>
            </a:xfrm>
            <a:prstGeom prst="rect">
              <a:avLst/>
            </a:prstGeom>
            <a:solidFill>
              <a:srgbClr val="090909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BBCED408-1274-AA63-ED6C-9AD18BF889B0}"/>
                </a:ext>
              </a:extLst>
            </p:cNvPr>
            <p:cNvSpPr/>
            <p:nvPr/>
          </p:nvSpPr>
          <p:spPr>
            <a:xfrm rot="10800000">
              <a:off x="3882892" y="4226211"/>
              <a:ext cx="590927" cy="570917"/>
            </a:xfrm>
            <a:prstGeom prst="rect">
              <a:avLst/>
            </a:prstGeom>
            <a:solidFill>
              <a:srgbClr val="090909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7B3256D3-CEBD-1956-541A-2375F1E1EDA3}"/>
                </a:ext>
              </a:extLst>
            </p:cNvPr>
            <p:cNvSpPr/>
            <p:nvPr/>
          </p:nvSpPr>
          <p:spPr>
            <a:xfrm rot="10800000">
              <a:off x="4226558" y="4558877"/>
              <a:ext cx="137276" cy="16835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86C41A32-F929-9EEF-53AF-95EEFAA4934F}"/>
                </a:ext>
              </a:extLst>
            </p:cNvPr>
            <p:cNvSpPr/>
            <p:nvPr/>
          </p:nvSpPr>
          <p:spPr>
            <a:xfrm rot="10800000">
              <a:off x="4005520" y="4558877"/>
              <a:ext cx="137276" cy="16835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B7B2918-F4C9-1E48-4D10-1A2A78B7F1CC}"/>
                </a:ext>
              </a:extLst>
            </p:cNvPr>
            <p:cNvSpPr/>
            <p:nvPr/>
          </p:nvSpPr>
          <p:spPr>
            <a:xfrm rot="10800000">
              <a:off x="4283440" y="4589033"/>
              <a:ext cx="55457" cy="68012"/>
            </a:xfrm>
            <a:prstGeom prst="rect">
              <a:avLst/>
            </a:prstGeom>
            <a:solidFill>
              <a:srgbClr val="090909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1E693F27-A29B-8668-7C60-A6D5E9E8B170}"/>
                </a:ext>
              </a:extLst>
            </p:cNvPr>
            <p:cNvSpPr/>
            <p:nvPr/>
          </p:nvSpPr>
          <p:spPr>
            <a:xfrm rot="10800000">
              <a:off x="4060566" y="4589033"/>
              <a:ext cx="55457" cy="68012"/>
            </a:xfrm>
            <a:prstGeom prst="rect">
              <a:avLst/>
            </a:prstGeom>
            <a:solidFill>
              <a:srgbClr val="090909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218C5371-8176-0DA2-599B-B7D3E1A78F45}"/>
                </a:ext>
              </a:extLst>
            </p:cNvPr>
            <p:cNvSpPr/>
            <p:nvPr/>
          </p:nvSpPr>
          <p:spPr>
            <a:xfrm>
              <a:off x="3882891" y="2545589"/>
              <a:ext cx="3835288" cy="57091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3EC4C848-17DB-9DF0-FA47-C2CD07E6966A}"/>
                </a:ext>
              </a:extLst>
            </p:cNvPr>
            <p:cNvSpPr/>
            <p:nvPr/>
          </p:nvSpPr>
          <p:spPr>
            <a:xfrm>
              <a:off x="3265294" y="2661498"/>
              <a:ext cx="2338548" cy="33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3200" b="1">
                  <a:ln w="22225">
                    <a:noFill/>
                    <a:prstDash val="solid"/>
                  </a:ln>
                  <a:solidFill>
                    <a:schemeClr val="bg1"/>
                  </a:solidFill>
                  <a:latin typeface="DotGothic16" panose="02020900000000000000" pitchFamily="18" charset="-128"/>
                  <a:ea typeface="DotGothic16" panose="02020900000000000000" pitchFamily="18" charset="-128"/>
                </a:rPr>
                <a:t>スワップ！</a:t>
              </a:r>
              <a:endParaRPr kumimoji="1" lang="ja-JP" altLang="en-US" sz="3200" b="1">
                <a:ln w="22225">
                  <a:noFill/>
                  <a:prstDash val="solid"/>
                </a:ln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endParaRPr>
            </a:p>
          </p:txBody>
        </p:sp>
        <p:sp>
          <p:nvSpPr>
            <p:cNvPr id="42" name="山形 41">
              <a:extLst>
                <a:ext uri="{FF2B5EF4-FFF2-40B4-BE49-F238E27FC236}">
                  <a16:creationId xmlns:a16="http://schemas.microsoft.com/office/drawing/2014/main" id="{33088307-16B1-EC03-1E1C-8CE662D97833}"/>
                </a:ext>
              </a:extLst>
            </p:cNvPr>
            <p:cNvSpPr/>
            <p:nvPr/>
          </p:nvSpPr>
          <p:spPr>
            <a:xfrm rot="16200000">
              <a:off x="3408790" y="4379006"/>
              <a:ext cx="352880" cy="35288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noFill/>
              </a:endParaRPr>
            </a:p>
          </p:txBody>
        </p:sp>
        <p:sp>
          <p:nvSpPr>
            <p:cNvPr id="43" name="山形 42">
              <a:extLst>
                <a:ext uri="{FF2B5EF4-FFF2-40B4-BE49-F238E27FC236}">
                  <a16:creationId xmlns:a16="http://schemas.microsoft.com/office/drawing/2014/main" id="{E1B4463B-7D0F-6093-7EC0-C49B24FC46B5}"/>
                </a:ext>
              </a:extLst>
            </p:cNvPr>
            <p:cNvSpPr/>
            <p:nvPr/>
          </p:nvSpPr>
          <p:spPr>
            <a:xfrm rot="16200000">
              <a:off x="3408790" y="3773167"/>
              <a:ext cx="352880" cy="35288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noFill/>
              </a:endParaRPr>
            </a:p>
          </p:txBody>
        </p:sp>
        <p:sp>
          <p:nvSpPr>
            <p:cNvPr id="44" name="山形 43">
              <a:extLst>
                <a:ext uri="{FF2B5EF4-FFF2-40B4-BE49-F238E27FC236}">
                  <a16:creationId xmlns:a16="http://schemas.microsoft.com/office/drawing/2014/main" id="{00DB6C8B-5565-9D0E-8800-3B1985692A9F}"/>
                </a:ext>
              </a:extLst>
            </p:cNvPr>
            <p:cNvSpPr/>
            <p:nvPr/>
          </p:nvSpPr>
          <p:spPr>
            <a:xfrm rot="16200000">
              <a:off x="3420310" y="3148600"/>
              <a:ext cx="352880" cy="35288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noFill/>
              </a:endParaRPr>
            </a:p>
          </p:txBody>
        </p:sp>
        <p:sp>
          <p:nvSpPr>
            <p:cNvPr id="45" name="山形 44">
              <a:extLst>
                <a:ext uri="{FF2B5EF4-FFF2-40B4-BE49-F238E27FC236}">
                  <a16:creationId xmlns:a16="http://schemas.microsoft.com/office/drawing/2014/main" id="{71AAC666-CF98-8886-976B-FB2AF162E55C}"/>
                </a:ext>
              </a:extLst>
            </p:cNvPr>
            <p:cNvSpPr/>
            <p:nvPr/>
          </p:nvSpPr>
          <p:spPr>
            <a:xfrm>
              <a:off x="5973264" y="2634400"/>
              <a:ext cx="352880" cy="35288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noFill/>
              </a:endParaRPr>
            </a:p>
          </p:txBody>
        </p:sp>
        <p:sp>
          <p:nvSpPr>
            <p:cNvPr id="46" name="山形 45">
              <a:extLst>
                <a:ext uri="{FF2B5EF4-FFF2-40B4-BE49-F238E27FC236}">
                  <a16:creationId xmlns:a16="http://schemas.microsoft.com/office/drawing/2014/main" id="{6E145295-DEE2-36B2-21CD-B4A3C1214502}"/>
                </a:ext>
              </a:extLst>
            </p:cNvPr>
            <p:cNvSpPr/>
            <p:nvPr/>
          </p:nvSpPr>
          <p:spPr>
            <a:xfrm>
              <a:off x="6535050" y="2646747"/>
              <a:ext cx="352880" cy="35288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noFill/>
              </a:endParaRPr>
            </a:p>
          </p:txBody>
        </p:sp>
        <p:sp>
          <p:nvSpPr>
            <p:cNvPr id="47" name="山形 46">
              <a:extLst>
                <a:ext uri="{FF2B5EF4-FFF2-40B4-BE49-F238E27FC236}">
                  <a16:creationId xmlns:a16="http://schemas.microsoft.com/office/drawing/2014/main" id="{FD67043A-DBA9-DCF0-482D-1647A3BBAF6F}"/>
                </a:ext>
              </a:extLst>
            </p:cNvPr>
            <p:cNvSpPr/>
            <p:nvPr/>
          </p:nvSpPr>
          <p:spPr>
            <a:xfrm>
              <a:off x="5411478" y="2639125"/>
              <a:ext cx="352880" cy="35288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noFill/>
              </a:endParaRPr>
            </a:p>
          </p:txBody>
        </p:sp>
        <p:sp>
          <p:nvSpPr>
            <p:cNvPr id="48" name="山形 47">
              <a:extLst>
                <a:ext uri="{FF2B5EF4-FFF2-40B4-BE49-F238E27FC236}">
                  <a16:creationId xmlns:a16="http://schemas.microsoft.com/office/drawing/2014/main" id="{E12C5940-06B4-1A69-65EF-BE66FA9D41DA}"/>
                </a:ext>
              </a:extLst>
            </p:cNvPr>
            <p:cNvSpPr/>
            <p:nvPr/>
          </p:nvSpPr>
          <p:spPr>
            <a:xfrm>
              <a:off x="7096836" y="2646747"/>
              <a:ext cx="352880" cy="35288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noFill/>
              </a:endParaRPr>
            </a:p>
          </p:txBody>
        </p:sp>
      </p:grpSp>
      <p:pic>
        <p:nvPicPr>
          <p:cNvPr id="50" name="図 49">
            <a:extLst>
              <a:ext uri="{FF2B5EF4-FFF2-40B4-BE49-F238E27FC236}">
                <a16:creationId xmlns:a16="http://schemas.microsoft.com/office/drawing/2014/main" id="{D2D5C9A1-6EB8-2DDA-5630-FC74F60F7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9" t="4296" r="4735" b="-71"/>
          <a:stretch>
            <a:fillRect/>
          </a:stretch>
        </p:blipFill>
        <p:spPr>
          <a:xfrm>
            <a:off x="4658908" y="-2238090"/>
            <a:ext cx="5007065" cy="2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80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9</Words>
  <Application>Microsoft Macintosh PowerPoint</Application>
  <PresentationFormat>ワイド画面</PresentationFormat>
  <Paragraphs>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DotGothic16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加藤　拓未</dc:creator>
  <cp:lastModifiedBy>加藤　拓未</cp:lastModifiedBy>
  <cp:revision>4</cp:revision>
  <dcterms:created xsi:type="dcterms:W3CDTF">2026-09-09T09:01:43Z</dcterms:created>
  <dcterms:modified xsi:type="dcterms:W3CDTF">2026-09-15T13:06:13Z</dcterms:modified>
</cp:coreProperties>
</file>